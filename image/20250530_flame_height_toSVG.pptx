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588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66D980-6AE8-49D8-868F-F8112421A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807219A-66E0-4A50-8389-02A68B19DB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058F42-223B-4F04-AEBC-9D0325ABF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7DA6-BAD7-4D41-8C16-C70B1075108E}" type="datetimeFigureOut">
              <a:rPr kumimoji="1" lang="ja-JP" altLang="en-US" smtClean="0"/>
              <a:t>2025/5/30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3DB22B-284B-4618-8E31-4FB16ECBB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FB58F8-1234-4C8B-830D-FC165A054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9709E-6A27-4FB7-BC91-F8B2AAC057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3777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1B2FAE-7CD1-4C8B-B2B5-AE8BA324A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B382F4-A4DE-40DC-9CEB-9B3D21268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DDFBC7-9C75-4759-B9CB-CBC908663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7DA6-BAD7-4D41-8C16-C70B1075108E}" type="datetimeFigureOut">
              <a:rPr kumimoji="1" lang="ja-JP" altLang="en-US" smtClean="0"/>
              <a:t>2025/5/30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239153C-0308-4BE1-ABA4-F9CB3F6C7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62768E-368D-4DDC-8F5B-DB48D4571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9709E-6A27-4FB7-BC91-F8B2AAC057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3821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A3F454-B7CC-4629-8262-22FAF3F03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5F0B71-BDA1-4169-95D9-24DA2B0F9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6D9F67-55CB-4987-A9DE-FFFD88130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7DA6-BAD7-4D41-8C16-C70B1075108E}" type="datetimeFigureOut">
              <a:rPr kumimoji="1" lang="ja-JP" altLang="en-US" smtClean="0"/>
              <a:t>2025/5/30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601485-255E-465A-BCBA-38B225FCE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1FD799-2E06-4314-A443-9013690C9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9709E-6A27-4FB7-BC91-F8B2AAC057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070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1F5C4C-6C9C-4D87-AF61-0FDB645AC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BFAF3E1-DA76-4A5C-935B-DEDE5BB946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68E5D6E-55E5-4EBD-8B9A-E99E9D93CE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CA21503-CDCA-40E4-9B1E-7E6FCF2C2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7DA6-BAD7-4D41-8C16-C70B1075108E}" type="datetimeFigureOut">
              <a:rPr kumimoji="1" lang="ja-JP" altLang="en-US" smtClean="0"/>
              <a:t>2025/5/30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F5DB4CB-F5C2-4D92-99BD-BD30F661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ABC508F-7A8C-444A-8B2E-C02E97C9F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9709E-6A27-4FB7-BC91-F8B2AAC057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5614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1F95C5-DC48-487E-8ABC-FAF7F1894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5DD580-12DB-466C-B9B9-3A6524FAF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9CBDA5F-1659-4DBA-9B91-EF0BF63B8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B92C11A-2181-4DA6-AA1D-B81563C0A4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4DF4FCA-3E94-41F0-86B2-64F5949FDC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F8CE899-293E-44CA-8E19-AC9DE11A0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7DA6-BAD7-4D41-8C16-C70B1075108E}" type="datetimeFigureOut">
              <a:rPr kumimoji="1" lang="ja-JP" altLang="en-US" smtClean="0"/>
              <a:t>2025/5/30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0E75FA8-2BC3-46FB-82F2-356472627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39415D2-ACEF-462A-856E-AB92C8D8F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9709E-6A27-4FB7-BC91-F8B2AAC057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9009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DEC15F-FE03-469F-8DF3-CFDB82D88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239D2BD-E024-46EC-8E00-746D93989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7DA6-BAD7-4D41-8C16-C70B1075108E}" type="datetimeFigureOut">
              <a:rPr kumimoji="1" lang="ja-JP" altLang="en-US" smtClean="0"/>
              <a:t>2025/5/30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58C0945-3BD0-4B2E-90BD-6F5F9222D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555C5E8-CB98-417F-8CCE-72571F296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9709E-6A27-4FB7-BC91-F8B2AAC057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3744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2D2189E-7A7D-4D87-B17B-9A820C6FA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7DA6-BAD7-4D41-8C16-C70B1075108E}" type="datetimeFigureOut">
              <a:rPr kumimoji="1" lang="ja-JP" altLang="en-US" smtClean="0"/>
              <a:t>2025/5/30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FFE3554-8443-42FF-AD45-675DD0C8F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19D6BF4-0483-4701-BEA2-A5AB1B637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9709E-6A27-4FB7-BC91-F8B2AAC057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2761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BC15C7-29A3-4F69-87BE-19EBAC078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D28974-C8F6-401E-9131-6D8460976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97DB5D9-0AE7-4569-925F-1C9E0A6CD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BD3913-A869-4BCA-B286-836FA3424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7DA6-BAD7-4D41-8C16-C70B1075108E}" type="datetimeFigureOut">
              <a:rPr kumimoji="1" lang="ja-JP" altLang="en-US" smtClean="0"/>
              <a:t>2025/5/30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330AE14-29E1-401B-8219-B85F13031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4E71390-B541-4440-9540-1B4B44902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9709E-6A27-4FB7-BC91-F8B2AAC057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0905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F4D588-45DC-4887-BF5C-E3C15D098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6BC52A4-A823-424F-9B6F-5D22761FC9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ABCE6FA-9FA0-42D1-A526-E4FE92CDE3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492279D-822C-4B1B-90C4-E8780EB38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7DA6-BAD7-4D41-8C16-C70B1075108E}" type="datetimeFigureOut">
              <a:rPr kumimoji="1" lang="ja-JP" altLang="en-US" smtClean="0"/>
              <a:t>2025/5/30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FA284CA-E4A4-435E-9746-D9ABF4AE3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11DEB32-7907-4C27-90DA-94CB0D21B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9709E-6A27-4FB7-BC91-F8B2AAC057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3847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B9325B-0208-4FDE-91E5-69284C73E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D071550-9C83-4BD6-9316-AF9E0BFC6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9954F91-A92B-44BD-BBD4-DCB6EA9A6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7DA6-BAD7-4D41-8C16-C70B1075108E}" type="datetimeFigureOut">
              <a:rPr kumimoji="1" lang="ja-JP" altLang="en-US" smtClean="0"/>
              <a:t>2025/5/30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60228B-F6A3-49BD-8489-2DD390C3D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AC5D62-E829-49A5-BBC7-9129D75B6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9709E-6A27-4FB7-BC91-F8B2AAC057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0791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51CE426-930E-4FAE-8D6E-067A70DA7F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5726C32-9712-488F-8F4D-B454974A8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749464-9C0E-4CCB-989D-7F6042606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7DA6-BAD7-4D41-8C16-C70B1075108E}" type="datetimeFigureOut">
              <a:rPr kumimoji="1" lang="ja-JP" altLang="en-US" smtClean="0"/>
              <a:t>2025/5/30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C73701-6815-4CBA-B652-85BD7C5D4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FB17EE-DD9C-460B-AA10-84FD7D25A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9709E-6A27-4FB7-BC91-F8B2AAC057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680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1ADF381-52D2-49DF-803E-CF3378566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A0F7FBF-D4F1-4836-99F9-C1F9D62FD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60C9820-FE7F-4002-8F67-D25376AF67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77DA6-BAD7-4D41-8C16-C70B1075108E}" type="datetimeFigureOut">
              <a:rPr kumimoji="1" lang="ja-JP" altLang="en-US" smtClean="0"/>
              <a:t>2025/5/30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4B43C3-09E4-4B18-A6B4-B515C0FF31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AF3FE6-5345-4550-91A9-6CB438FF9A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9709E-6A27-4FB7-BC91-F8B2AAC057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9623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3770F6C-C45B-470D-8CCE-9045E48D0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483" y="0"/>
            <a:ext cx="8829034" cy="68580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CAEF40D-D987-4E06-A4A6-6D6E6BF623B1}"/>
              </a:ext>
            </a:extLst>
          </p:cNvPr>
          <p:cNvSpPr/>
          <p:nvPr/>
        </p:nvSpPr>
        <p:spPr>
          <a:xfrm>
            <a:off x="2288117" y="3328922"/>
            <a:ext cx="3141133" cy="19627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BF82A2C7-734D-4D83-B288-8F9F2DCBB4B8}"/>
              </a:ext>
            </a:extLst>
          </p:cNvPr>
          <p:cNvSpPr/>
          <p:nvPr/>
        </p:nvSpPr>
        <p:spPr>
          <a:xfrm>
            <a:off x="2288117" y="4472833"/>
            <a:ext cx="3141133" cy="355333"/>
          </a:xfrm>
          <a:custGeom>
            <a:avLst/>
            <a:gdLst>
              <a:gd name="connsiteX0" fmla="*/ 0 w 3141133"/>
              <a:gd name="connsiteY0" fmla="*/ 353167 h 355333"/>
              <a:gd name="connsiteX1" fmla="*/ 345016 w 3141133"/>
              <a:gd name="connsiteY1" fmla="*/ 351050 h 355333"/>
              <a:gd name="connsiteX2" fmla="*/ 679450 w 3141133"/>
              <a:gd name="connsiteY2" fmla="*/ 344700 h 355333"/>
              <a:gd name="connsiteX3" fmla="*/ 927100 w 3141133"/>
              <a:gd name="connsiteY3" fmla="*/ 289667 h 355333"/>
              <a:gd name="connsiteX4" fmla="*/ 1284816 w 3141133"/>
              <a:gd name="connsiteY4" fmla="*/ 141500 h 355333"/>
              <a:gd name="connsiteX5" fmla="*/ 1494366 w 3141133"/>
              <a:gd name="connsiteY5" fmla="*/ 16617 h 355333"/>
              <a:gd name="connsiteX6" fmla="*/ 1568450 w 3141133"/>
              <a:gd name="connsiteY6" fmla="*/ 1800 h 355333"/>
              <a:gd name="connsiteX7" fmla="*/ 1653116 w 3141133"/>
              <a:gd name="connsiteY7" fmla="*/ 20850 h 355333"/>
              <a:gd name="connsiteX8" fmla="*/ 1835150 w 3141133"/>
              <a:gd name="connsiteY8" fmla="*/ 124567 h 355333"/>
              <a:gd name="connsiteX9" fmla="*/ 2101850 w 3141133"/>
              <a:gd name="connsiteY9" fmla="*/ 255800 h 355333"/>
              <a:gd name="connsiteX10" fmla="*/ 2317750 w 3141133"/>
              <a:gd name="connsiteY10" fmla="*/ 315067 h 355333"/>
              <a:gd name="connsiteX11" fmla="*/ 2514600 w 3141133"/>
              <a:gd name="connsiteY11" fmla="*/ 346817 h 355333"/>
              <a:gd name="connsiteX12" fmla="*/ 3141133 w 3141133"/>
              <a:gd name="connsiteY12" fmla="*/ 353167 h 355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41133" h="355333">
                <a:moveTo>
                  <a:pt x="0" y="353167"/>
                </a:moveTo>
                <a:lnTo>
                  <a:pt x="345016" y="351050"/>
                </a:lnTo>
                <a:lnTo>
                  <a:pt x="679450" y="344700"/>
                </a:lnTo>
                <a:cubicBezTo>
                  <a:pt x="776464" y="334469"/>
                  <a:pt x="826206" y="323534"/>
                  <a:pt x="927100" y="289667"/>
                </a:cubicBezTo>
                <a:cubicBezTo>
                  <a:pt x="1027994" y="255800"/>
                  <a:pt x="1190272" y="187008"/>
                  <a:pt x="1284816" y="141500"/>
                </a:cubicBezTo>
                <a:cubicBezTo>
                  <a:pt x="1379360" y="95992"/>
                  <a:pt x="1447094" y="39900"/>
                  <a:pt x="1494366" y="16617"/>
                </a:cubicBezTo>
                <a:cubicBezTo>
                  <a:pt x="1541638" y="-6666"/>
                  <a:pt x="1541992" y="1094"/>
                  <a:pt x="1568450" y="1800"/>
                </a:cubicBezTo>
                <a:cubicBezTo>
                  <a:pt x="1594908" y="2505"/>
                  <a:pt x="1608666" y="389"/>
                  <a:pt x="1653116" y="20850"/>
                </a:cubicBezTo>
                <a:cubicBezTo>
                  <a:pt x="1697566" y="41311"/>
                  <a:pt x="1760361" y="85409"/>
                  <a:pt x="1835150" y="124567"/>
                </a:cubicBezTo>
                <a:cubicBezTo>
                  <a:pt x="1909939" y="163725"/>
                  <a:pt x="2021417" y="224050"/>
                  <a:pt x="2101850" y="255800"/>
                </a:cubicBezTo>
                <a:cubicBezTo>
                  <a:pt x="2182283" y="287550"/>
                  <a:pt x="2248958" y="299898"/>
                  <a:pt x="2317750" y="315067"/>
                </a:cubicBezTo>
                <a:cubicBezTo>
                  <a:pt x="2386542" y="330236"/>
                  <a:pt x="2377370" y="340467"/>
                  <a:pt x="2514600" y="346817"/>
                </a:cubicBezTo>
                <a:cubicBezTo>
                  <a:pt x="2651830" y="353167"/>
                  <a:pt x="2999316" y="358459"/>
                  <a:pt x="3141133" y="353167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2698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81BDF64A-4CB6-4476-9FFF-732B8A5BE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433" y="3091707"/>
            <a:ext cx="3500017" cy="2317751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0FC37FA-DFED-4E57-B729-2ECEC9640A15}"/>
              </a:ext>
            </a:extLst>
          </p:cNvPr>
          <p:cNvSpPr/>
          <p:nvPr/>
        </p:nvSpPr>
        <p:spPr>
          <a:xfrm>
            <a:off x="649817" y="3201922"/>
            <a:ext cx="3141133" cy="19627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E024DC2F-0264-4AB6-BFDA-4BA46C1B8ABB}"/>
              </a:ext>
            </a:extLst>
          </p:cNvPr>
          <p:cNvSpPr/>
          <p:nvPr/>
        </p:nvSpPr>
        <p:spPr>
          <a:xfrm>
            <a:off x="649817" y="4345833"/>
            <a:ext cx="3141133" cy="355333"/>
          </a:xfrm>
          <a:custGeom>
            <a:avLst/>
            <a:gdLst>
              <a:gd name="connsiteX0" fmla="*/ 0 w 3141133"/>
              <a:gd name="connsiteY0" fmla="*/ 353167 h 355333"/>
              <a:gd name="connsiteX1" fmla="*/ 345016 w 3141133"/>
              <a:gd name="connsiteY1" fmla="*/ 351050 h 355333"/>
              <a:gd name="connsiteX2" fmla="*/ 679450 w 3141133"/>
              <a:gd name="connsiteY2" fmla="*/ 344700 h 355333"/>
              <a:gd name="connsiteX3" fmla="*/ 927100 w 3141133"/>
              <a:gd name="connsiteY3" fmla="*/ 289667 h 355333"/>
              <a:gd name="connsiteX4" fmla="*/ 1284816 w 3141133"/>
              <a:gd name="connsiteY4" fmla="*/ 141500 h 355333"/>
              <a:gd name="connsiteX5" fmla="*/ 1494366 w 3141133"/>
              <a:gd name="connsiteY5" fmla="*/ 16617 h 355333"/>
              <a:gd name="connsiteX6" fmla="*/ 1568450 w 3141133"/>
              <a:gd name="connsiteY6" fmla="*/ 1800 h 355333"/>
              <a:gd name="connsiteX7" fmla="*/ 1653116 w 3141133"/>
              <a:gd name="connsiteY7" fmla="*/ 20850 h 355333"/>
              <a:gd name="connsiteX8" fmla="*/ 1835150 w 3141133"/>
              <a:gd name="connsiteY8" fmla="*/ 124567 h 355333"/>
              <a:gd name="connsiteX9" fmla="*/ 2101850 w 3141133"/>
              <a:gd name="connsiteY9" fmla="*/ 255800 h 355333"/>
              <a:gd name="connsiteX10" fmla="*/ 2317750 w 3141133"/>
              <a:gd name="connsiteY10" fmla="*/ 315067 h 355333"/>
              <a:gd name="connsiteX11" fmla="*/ 2514600 w 3141133"/>
              <a:gd name="connsiteY11" fmla="*/ 346817 h 355333"/>
              <a:gd name="connsiteX12" fmla="*/ 3141133 w 3141133"/>
              <a:gd name="connsiteY12" fmla="*/ 353167 h 355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41133" h="355333">
                <a:moveTo>
                  <a:pt x="0" y="353167"/>
                </a:moveTo>
                <a:lnTo>
                  <a:pt x="345016" y="351050"/>
                </a:lnTo>
                <a:lnTo>
                  <a:pt x="679450" y="344700"/>
                </a:lnTo>
                <a:cubicBezTo>
                  <a:pt x="776464" y="334469"/>
                  <a:pt x="826206" y="323534"/>
                  <a:pt x="927100" y="289667"/>
                </a:cubicBezTo>
                <a:cubicBezTo>
                  <a:pt x="1027994" y="255800"/>
                  <a:pt x="1190272" y="187008"/>
                  <a:pt x="1284816" y="141500"/>
                </a:cubicBezTo>
                <a:cubicBezTo>
                  <a:pt x="1379360" y="95992"/>
                  <a:pt x="1447094" y="39900"/>
                  <a:pt x="1494366" y="16617"/>
                </a:cubicBezTo>
                <a:cubicBezTo>
                  <a:pt x="1541638" y="-6666"/>
                  <a:pt x="1541992" y="1094"/>
                  <a:pt x="1568450" y="1800"/>
                </a:cubicBezTo>
                <a:cubicBezTo>
                  <a:pt x="1594908" y="2505"/>
                  <a:pt x="1608666" y="389"/>
                  <a:pt x="1653116" y="20850"/>
                </a:cubicBezTo>
                <a:cubicBezTo>
                  <a:pt x="1697566" y="41311"/>
                  <a:pt x="1760361" y="85409"/>
                  <a:pt x="1835150" y="124567"/>
                </a:cubicBezTo>
                <a:cubicBezTo>
                  <a:pt x="1909939" y="163725"/>
                  <a:pt x="2021417" y="224050"/>
                  <a:pt x="2101850" y="255800"/>
                </a:cubicBezTo>
                <a:cubicBezTo>
                  <a:pt x="2182283" y="287550"/>
                  <a:pt x="2248958" y="299898"/>
                  <a:pt x="2317750" y="315067"/>
                </a:cubicBezTo>
                <a:cubicBezTo>
                  <a:pt x="2386542" y="330236"/>
                  <a:pt x="2377370" y="340467"/>
                  <a:pt x="2514600" y="346817"/>
                </a:cubicBezTo>
                <a:cubicBezTo>
                  <a:pt x="2651830" y="353167"/>
                  <a:pt x="2999316" y="358459"/>
                  <a:pt x="3141133" y="353167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EE8E8A6B-7233-43B3-86E6-2D192CEA2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800" y="1150437"/>
            <a:ext cx="2071688" cy="1643563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F87847F9-47BA-4468-9654-DA2FF8B467A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20" t="43519" r="48705" b="15556"/>
          <a:stretch/>
        </p:blipFill>
        <p:spPr>
          <a:xfrm>
            <a:off x="5463647" y="237067"/>
            <a:ext cx="4385733" cy="2806700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444F552A-BFA7-4CDC-BF2B-E923DA6C59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9154" y="3129279"/>
            <a:ext cx="2874133" cy="2280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534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0</Words>
  <Application>Microsoft Office PowerPoint</Application>
  <PresentationFormat>ワイド画面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SHIOYOKE AKIRA</dc:creator>
  <cp:lastModifiedBy>SHIOYOKE AKIRA</cp:lastModifiedBy>
  <cp:revision>4</cp:revision>
  <dcterms:created xsi:type="dcterms:W3CDTF">2025-05-30T01:33:58Z</dcterms:created>
  <dcterms:modified xsi:type="dcterms:W3CDTF">2025-05-30T02:38:30Z</dcterms:modified>
</cp:coreProperties>
</file>